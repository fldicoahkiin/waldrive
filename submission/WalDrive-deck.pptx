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WorkSpace/Web3_Project/WalDrive/public/landing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1051560" cy="10515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94015" y="1078992"/>
            <a:ext cx="3657600" cy="420624"/>
          </a:xfrm>
          <a:prstGeom prst="roundRect">
            <a:avLst>
              <a:gd name="adj" fmla="val 50000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894015" y="107899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 Overflow 2026  ·  Walrus track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24231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20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200" dirty="0"/>
          </a:p>
        </p:txBody>
      </p:sp>
      <p:sp>
        <p:nvSpPr>
          <p:cNvPr id="6" name="Text 3"/>
          <p:cNvSpPr/>
          <p:nvPr/>
        </p:nvSpPr>
        <p:spPr>
          <a:xfrm>
            <a:off x="640080" y="3886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desktop drive for the data your AI agents store on Walrus.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40080" y="4937760"/>
            <a:ext cx="3591763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937760"/>
            <a:ext cx="35917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Tauri desktop · macOS / Windows / Linux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96435" y="49377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96435" y="49377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Metadata on Sui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33795" y="49377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33795" y="49377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Blobs on Walrus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871155" y="493776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71155" y="493776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backend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40080" y="6291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produce real data. Where does it live?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Artifacts, memory, generated files. Today that output lands on someone else's server.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a login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896112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depends on an account you don't control. Lock-out ends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5436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15436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Deletable by someone else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3715436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can revoke, expire, or wipe the data without your say.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4760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verifiable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534760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proof the bytes are intact or unchanged. You take it on trust.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083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54083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owned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9354083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a row in their database, not an asset you hold.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Verifiable, owned agent data has no home.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desktop console where agent data is owned and verifiable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Bytes live on </a:t>
            </a:r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</a:t>
            </a:r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content addressed. Metadata lives on </a:t>
            </a:r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</a:t>
            </a:r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Move objects. No backend in between.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5852160" cy="2194560"/>
          </a:xfrm>
          <a:prstGeom prst="roundRect">
            <a:avLst>
              <a:gd name="adj" fmla="val 50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3886200"/>
            <a:ext cx="54864" cy="2194560"/>
          </a:xfrm>
          <a:prstGeom prst="rect">
            <a:avLst/>
          </a:prstGeom>
          <a:solidFill>
            <a:srgbClr val="5E6AD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148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“Verifiable data”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461772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Sui metadata over content-addressed Walrus blobs. The blob ID is the cryptographic fingerprint of the bytes — anyone can re-fetch and check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1234440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141516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1472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· preview · search · share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006840" y="2615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40880" y="2944368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31821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 — Move objects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0" y="3675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FileRecord metadata, verifiable on-chain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006840" y="4325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040880" y="4654296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 — blobs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0" y="5385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content-addressed bytes, immutable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040880" y="63825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backend  ·  no server in between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THE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Fluid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792224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upload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2121408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one file or many. It appears live, then confirms on-chain.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871216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preview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3200400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Images, markdown, json, pdf and video render inline.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050792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950208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Client-side search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4279392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across loaded files with zero latency.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129784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5029200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signing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6112" y="5358384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local keypair signs. No wallet extension, no popup.</a:t>
            </a:r>
            <a:endParaRPr lang="en-US" sz="1250" dirty="0"/>
          </a:p>
        </p:txBody>
      </p:sp>
      <p:pic>
        <p:nvPicPr>
          <p:cNvPr id="16" name="Image 0" descr="/Users/mac/WorkSpace/Web3_Project/WalDrive/submission/_build/assets/cons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91640"/>
            <a:ext cx="7025335" cy="4390835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7" name="Shape 14"/>
          <p:cNvSpPr/>
          <p:nvPr/>
        </p:nvSpPr>
        <p:spPr>
          <a:xfrm>
            <a:off x="4526280" y="1691640"/>
            <a:ext cx="7025335" cy="4390835"/>
          </a:xfrm>
          <a:prstGeom prst="roundRect">
            <a:avLst>
              <a:gd name="adj" fmla="val 2083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STORAGE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trust us — verify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blob ID is the cryptographic fingerprint of the bytes. One click re-fetches from the public aggregator and hashes it on screen.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758184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ID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the address is the hash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416552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in place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re-fetch + SHA-256, live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49743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raw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public aggregator, no wallet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/v1/blobs/{blobId}  →  SHA-256</a:t>
            </a:r>
            <a:endParaRPr lang="en-US" sz="1050" dirty="0"/>
          </a:p>
        </p:txBody>
      </p:sp>
      <p:pic>
        <p:nvPicPr>
          <p:cNvPr id="12" name="Image 0" descr="/Users/mac/WorkSpace/Web3_Project/WalDrive/submission/_build/assets/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813169"/>
            <a:ext cx="5745175" cy="3231661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3" name="Shape 10"/>
          <p:cNvSpPr/>
          <p:nvPr/>
        </p:nvSpPr>
        <p:spPr>
          <a:xfrm>
            <a:off x="5806440" y="1813169"/>
            <a:ext cx="5745175" cy="3231661"/>
          </a:xfrm>
          <a:prstGeom prst="roundRect">
            <a:avLst>
              <a:gd name="adj" fmla="val 283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HISTORY · ROLLBACK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revision, on chain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version is its own FileRecord, linked by parent_version_id. Roll back to any revision in one transaction — no re-upload.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758184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history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parent_version_id chain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416552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One-tx rollback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restore any revision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49743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idea #032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history + rollback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FileRecord.version  ·  parent_version_id</a:t>
            </a:r>
            <a:endParaRPr lang="en-US" sz="1050" dirty="0"/>
          </a:p>
        </p:txBody>
      </p:sp>
      <p:pic>
        <p:nvPicPr>
          <p:cNvPr id="12" name="Image 0" descr="/Users/mac/WorkSpace/Web3_Project/WalDrive/submission/_build/assets/ver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813169"/>
            <a:ext cx="5745175" cy="3231661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3" name="Shape 10"/>
          <p:cNvSpPr/>
          <p:nvPr/>
        </p:nvSpPr>
        <p:spPr>
          <a:xfrm>
            <a:off x="5806440" y="1813169"/>
            <a:ext cx="5745175" cy="3231661"/>
          </a:xfrm>
          <a:prstGeom prst="roundRect">
            <a:avLst>
              <a:gd name="adj" fmla="val 283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own your storage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Walrus Blob object lands in your wallet via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send_object_to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Extend it before expiry, or delete to reclaim. Gas comes one click from the built-in faucet.</a:t>
            </a:r>
            <a:endParaRPr lang="en-US" sz="1600" dirty="0"/>
          </a:p>
        </p:txBody>
      </p:sp>
      <p:pic>
        <p:nvPicPr>
          <p:cNvPr id="5" name="Image 0" descr="/Users/mac/WorkSpace/Web3_Project/WalDrive/submission/_build/assets/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14600"/>
            <a:ext cx="6400800" cy="3600450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40080" y="2514600"/>
            <a:ext cx="6400800" cy="3600450"/>
          </a:xfrm>
          <a:prstGeom prst="roundRect">
            <a:avLst>
              <a:gd name="adj" fmla="val 254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98080" y="2514600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35824" y="2697480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wallet, your key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35824" y="3044952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local keypair you generate or import — self-custodial.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3776472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35824" y="3959352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Renew or reclaim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735824" y="4306824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 the blob before expiry, or delete it.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5038344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35824" y="5221224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Gas in one click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735824" y="5568696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Built-in faucet tops up SUI.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· THREE PIECES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data layer, three surfaces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SURFACE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32688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Browse, preview, search, version and share agent data on Walrus. The fluid surface for people.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32688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Tauri 2.0 desktop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 + React 19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signing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4418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7026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WRITE-PATH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07026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· CLI · skill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707026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write the same Walrus data three ways — an MCP server, a waldrive CLI, and an installable skill.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7026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7026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upload_file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 upload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npx skills add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88757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81365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ON-CHAIN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81365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contracts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81365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metadata as Sui Move objects — owned, queryable, verifiable.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81365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81365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FileRecord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ShareLink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deployed on testnet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Console signs, Walrus stores, Sui records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steps on upload. Reads are public. No backend anywhere.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9740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5772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5772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5772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local Ed25519 keypair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signs in-process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5772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wallet popup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24148" y="2331720"/>
            <a:ext cx="530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472788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8820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28820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 publisher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28820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① PUT bytes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blobId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28820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publisher fronts WAL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37196" y="2331720"/>
            <a:ext cx="530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85836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1868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1868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41868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② register(blobId, …)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FileRecord object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41868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SUI gas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9740" y="5029200"/>
            <a:ext cx="10872216" cy="960120"/>
          </a:xfrm>
          <a:prstGeom prst="roundRect">
            <a:avLst>
              <a:gd name="adj" fmla="val 11429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9780" y="5029200"/>
            <a:ext cx="10232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/ preview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aggregator /v1/blobs/{blobId}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— public, no wallet.   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getOwnedObjects(FileRecord)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via Sui RPC.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MCP server runs the same two-step write-path locally — the agent entry point.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FITS THE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6903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file-management UI for agent data on Walrus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092440" y="1097280"/>
            <a:ext cx="3456432" cy="2148840"/>
          </a:xfrm>
          <a:prstGeom prst="roundRect">
            <a:avLst>
              <a:gd name="adj" fmla="val 5106"/>
            </a:avLst>
          </a:prstGeom>
          <a:solidFill>
            <a:srgbClr val="141516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1097280"/>
            <a:ext cx="54864" cy="2148840"/>
          </a:xfrm>
          <a:prstGeom prst="rect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 #032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412480" y="1920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Walrus track prompt — “Walrus file-management UI.” WalDrive is built directly to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7889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data platform for agents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188720" y="313639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Sui metadata over content-addressed Walrus blobs — verify on screen.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813048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73989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 + rollback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88720" y="408736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FileRecord versions, one-transaction restore — what the prompt asks for.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64024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764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469087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write-path included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88720" y="503834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 server, a waldrive CLI, and an installable skill let agents write to the same data.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715000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564184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Shipped, not slideware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8720" y="59893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Cross-platform Tauri app on testnet, with a full mac / win / linux release CI.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drive that pays for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are about to generate more data than humans ever have — and all of it needs a home that's owned, verifiable, and persistent. Free on testnet today.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per upload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mainnet each write costs WAL storage + SUI gas, on a public ledger. WalDrive fronts the publisher; the FileRecord is the receipt — meter or bill an agent by reading its files.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4418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7026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07026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Persistence &amp; privacy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7026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data must outlive the run. A paid tier auto-renews Walrus blobs before they expire, and unlocks private, encrypted (Seal) storage for sensitive data.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88757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1365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MARKETPLACE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81365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Monetize your data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81365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share-link paywall: other agents and humans pay on-chain to read your dataset or artifact, and WalDrive takes a small cut. Agent output becomes an asset, not a cost.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Free on testnet today  ·  the model lands on mainnet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WorkSpace/Web3_Project/WalDrive/public/landing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11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15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the live console, or download the desktop app for your OS.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640080" y="361188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37581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403250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78728" y="361188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37581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53048" y="403250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waldrive.flacier.com/app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61772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476402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503834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github.com/Fldicoahkiin/WalDrive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78728" y="461772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53048" y="476402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Downloads · all platforms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53048" y="503834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v0.1.0 release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5715000"/>
            <a:ext cx="10911535" cy="603504"/>
          </a:xfrm>
          <a:prstGeom prst="roundRect">
            <a:avLst>
              <a:gd name="adj" fmla="val 18182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5715000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  </a:t>
            </a:r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0x2fc345…b5f6</a:t>
            </a:r>
            <a:pPr indent="0" marL="0">
              <a:buNone/>
            </a:pPr>
            <a:r>
              <a:rPr lang="en-US" sz="12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testnet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  ·  Sui Overflow 2026 · Walrus track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Sui Overflow 2026 · Walrus track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WalDrive</dc:title>
  <dc:subject>PptxGenJS Presentation</dc:subject>
  <dc:creator>WalDrive</dc:creator>
  <cp:lastModifiedBy>WalDrive</cp:lastModifiedBy>
  <cp:revision>1</cp:revision>
  <dcterms:created xsi:type="dcterms:W3CDTF">2026-06-19T19:44:29Z</dcterms:created>
  <dcterms:modified xsi:type="dcterms:W3CDTF">2026-06-19T19:44:29Z</dcterms:modified>
</cp:coreProperties>
</file>