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WorkSpace/Web3_Project/WalDrive/public/landing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68680"/>
            <a:ext cx="1051560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94015" y="1078992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141516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894015" y="10789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 Overflow 2026  ·  Walrus track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4231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b="1" spc="-20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200" dirty="0"/>
          </a:p>
        </p:txBody>
      </p:sp>
      <p:sp>
        <p:nvSpPr>
          <p:cNvPr id="6" name="Text 3"/>
          <p:cNvSpPr/>
          <p:nvPr/>
        </p:nvSpPr>
        <p:spPr>
          <a:xfrm>
            <a:off x="640080" y="3886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desktop drive for the data your AI agents store on Walrus.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4937760"/>
            <a:ext cx="3591763" cy="384048"/>
          </a:xfrm>
          <a:prstGeom prst="roundRect">
            <a:avLst>
              <a:gd name="adj" fmla="val 50000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937760"/>
            <a:ext cx="35917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Tauri desktop · macOS / Windows / Linux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96435" y="493776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96435" y="4937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on Sui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33795" y="493776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33795" y="49377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Blobs on Walrus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71155" y="493776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71155" y="493776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backend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6291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6A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waldrive.flacier.com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8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produce real data. Where does it live?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Artifacts, memory, generated files. Today that output lands on someone else's server.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453564" cy="2926080"/>
          </a:xfrm>
          <a:prstGeom prst="roundRect">
            <a:avLst>
              <a:gd name="adj" fmla="val 4472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9992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611880"/>
            <a:ext cx="19415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Behind a login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96112" y="4434840"/>
            <a:ext cx="19415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depends on an account you don't control. Lock-out ends access.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9404" y="2743200"/>
            <a:ext cx="2453564" cy="2926080"/>
          </a:xfrm>
          <a:prstGeom prst="roundRect">
            <a:avLst>
              <a:gd name="adj" fmla="val 4472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5436" y="29992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15436" y="3611880"/>
            <a:ext cx="19415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Deletable by someone else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715436" y="4434840"/>
            <a:ext cx="19415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provider can revoke, expire, or wipe the data without your say.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8728" y="2743200"/>
            <a:ext cx="2453564" cy="2926080"/>
          </a:xfrm>
          <a:prstGeom prst="roundRect">
            <a:avLst>
              <a:gd name="adj" fmla="val 4472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4760" y="29992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4760" y="3611880"/>
            <a:ext cx="19415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verifiable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534760" y="4434840"/>
            <a:ext cx="19415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proof the bytes are intact or unchanged. You take it on trust.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98051" y="2743200"/>
            <a:ext cx="2453564" cy="2926080"/>
          </a:xfrm>
          <a:prstGeom prst="roundRect">
            <a:avLst>
              <a:gd name="adj" fmla="val 4472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083" y="29992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54083" y="3611880"/>
            <a:ext cx="19415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owned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354083" y="4434840"/>
            <a:ext cx="19415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a row in their database, not an asset you hold.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Verifiable, owned agent data has no home.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spc="-6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desktop console where agent data is owned and verifiable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Bytes live on </a:t>
            </a:r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828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Walrus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content addressed. Metadata lives on </a:t>
            </a:r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828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Move objects. No backend in between.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5852160" cy="2194560"/>
          </a:xfrm>
          <a:prstGeom prst="roundRect">
            <a:avLst>
              <a:gd name="adj" fmla="val 5000"/>
            </a:avLst>
          </a:prstGeom>
          <a:solidFill>
            <a:srgbClr val="0F1011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886200"/>
            <a:ext cx="54864" cy="219456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“Verifiable data”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On-chain Sui metadata over content-addressed Walrus blobs. The blob ID is the cryptographic fingerprint of the bytes — anyone can re-fetch and check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123444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141516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4721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console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· preview · search · share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006840" y="26151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0" y="2944368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182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28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 — Move objects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0" y="3675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FileRecord metadata, verifiable on-chain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06840" y="4325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0" y="4654296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Walrus — blobs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0" y="5385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content-addressed bytes, immutable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40880" y="63825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backend  ·  no server in between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THE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7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Fluid by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18872" cy="118872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792224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to upload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121408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one file or many. It appears live, then confirms on-chain.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18872" cy="118872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871216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preview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20040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Images, markdown, json, pdf and video render inline.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50792"/>
            <a:ext cx="118872" cy="118872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95020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search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4279392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across loaded files with zero latency.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129784"/>
            <a:ext cx="118872" cy="118872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50292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In-process signing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5358384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local keypair signs. No wallet extension, no popup.</a:t>
            </a:r>
            <a:endParaRPr lang="en-US" sz="1250" dirty="0"/>
          </a:p>
        </p:txBody>
      </p:sp>
      <p:pic>
        <p:nvPicPr>
          <p:cNvPr id="16" name="Image 0" descr="/Users/mac/WorkSpace/Web3_Project/WalDrive/submission/_build/assets/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91640"/>
            <a:ext cx="7025335" cy="4390835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</p:pic>
      <p:sp>
        <p:nvSpPr>
          <p:cNvPr id="17" name="Shape 14"/>
          <p:cNvSpPr/>
          <p:nvPr/>
        </p:nvSpPr>
        <p:spPr>
          <a:xfrm>
            <a:off x="4526280" y="1691640"/>
            <a:ext cx="7025335" cy="4390835"/>
          </a:xfrm>
          <a:prstGeom prst="roundRect">
            <a:avLst>
              <a:gd name="adj" fmla="val 2083"/>
            </a:avLst>
          </a:prstGeom>
          <a:solidFill>
            <a:srgbClr val="010102">
              <a:alpha val="0"/>
            </a:srgbClr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VERIFIABLE STORAGE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100" b="1" spc="-6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Don’t trust us — verify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blob ID is the cryptographic fingerprint of the bytes. One click re-fetches from the public aggregator and hashes it on screen.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758184"/>
            <a:ext cx="109728" cy="10972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ID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the address is the hash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416552"/>
            <a:ext cx="109728" cy="10972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4315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in place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re-fetch + SHA-256, live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09728" cy="10972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49743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raw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public aggregator, no wallet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/v1/blobs/{blobId}  →  SHA-256</a:t>
            </a:r>
            <a:endParaRPr lang="en-US" sz="1050" dirty="0"/>
          </a:p>
        </p:txBody>
      </p:sp>
      <p:pic>
        <p:nvPicPr>
          <p:cNvPr id="12" name="Image 0" descr="/Users/mac/WorkSpace/Web3_Project/WalDrive/submission/_build/assets/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813169"/>
            <a:ext cx="5745175" cy="3231661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5806440" y="1813169"/>
            <a:ext cx="5745175" cy="3231661"/>
          </a:xfrm>
          <a:prstGeom prst="roundRect">
            <a:avLst>
              <a:gd name="adj" fmla="val 2830"/>
            </a:avLst>
          </a:prstGeom>
          <a:solidFill>
            <a:srgbClr val="010102">
              <a:alpha val="0"/>
            </a:srgbClr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HISTORY · ROLLBACK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100" b="1" spc="-6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revision, on chain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version is its own FileRecord, linked by parent_version_id. Roll back to any revision in one transaction — no re-upload.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758184"/>
            <a:ext cx="109728" cy="10972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history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parent_version_id chain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416552"/>
            <a:ext cx="109728" cy="10972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43159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One-tx rollback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restore any revision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09728" cy="10972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49743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 idea #032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history + rollback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FileRecord.version  ·  parent_version_id</a:t>
            </a:r>
            <a:endParaRPr lang="en-US" sz="1050" dirty="0"/>
          </a:p>
        </p:txBody>
      </p:sp>
      <p:pic>
        <p:nvPicPr>
          <p:cNvPr id="12" name="Image 0" descr="/Users/mac/WorkSpace/Web3_Project/WalDrive/submission/_build/assets/ver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813169"/>
            <a:ext cx="5745175" cy="3231661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5806440" y="1813169"/>
            <a:ext cx="5745175" cy="3231661"/>
          </a:xfrm>
          <a:prstGeom prst="roundRect">
            <a:avLst>
              <a:gd name="adj" fmla="val 2830"/>
            </a:avLst>
          </a:prstGeom>
          <a:solidFill>
            <a:srgbClr val="010102">
              <a:alpha val="0"/>
            </a:srgbClr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own your storage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Walrus Blob object lands in your wallet via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828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send_object_to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Extend it before expiry, or delete to reclaim. Gas comes one click from the built-in faucet.</a:t>
            </a:r>
            <a:endParaRPr lang="en-US" sz="1600" dirty="0"/>
          </a:p>
        </p:txBody>
      </p:sp>
      <p:pic>
        <p:nvPicPr>
          <p:cNvPr id="5" name="Image 0" descr="/Users/mac/WorkSpace/Web3_Project/WalDrive/submission/_build/assets/sto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14600"/>
            <a:ext cx="6903720" cy="3379207"/>
          </a:xfrm>
          <a:prstGeom prst="rect">
            <a:avLst/>
          </a:prstGeom>
          <a:effectLst>
            <a:outerShdw sx="100000" sy="100000" kx="0" ky="0" algn="bl" rotWithShape="0" blurRad="228600" dist="63500" dir="5400000">
              <a:srgbClr val="000000">
                <a:alpha val="5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2514600"/>
            <a:ext cx="6903720" cy="3379207"/>
          </a:xfrm>
          <a:prstGeom prst="roundRect">
            <a:avLst>
              <a:gd name="adj" fmla="val 2706"/>
            </a:avLst>
          </a:prstGeom>
          <a:solidFill>
            <a:srgbClr val="010102">
              <a:alpha val="0"/>
            </a:srgbClr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01000" y="2514600"/>
            <a:ext cx="3550615" cy="1024128"/>
          </a:xfrm>
          <a:prstGeom prst="roundRect">
            <a:avLst>
              <a:gd name="adj" fmla="val 10714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38744" y="2697480"/>
            <a:ext cx="3129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wallet, your key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38744" y="3044952"/>
            <a:ext cx="31299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local keypair you generate or import — self-custodial.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01000" y="3694176"/>
            <a:ext cx="3550615" cy="1024128"/>
          </a:xfrm>
          <a:prstGeom prst="roundRect">
            <a:avLst>
              <a:gd name="adj" fmla="val 10714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38744" y="3877056"/>
            <a:ext cx="3129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 or reclaim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38744" y="4224528"/>
            <a:ext cx="31299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the blob before expiry, or delete it.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4873752"/>
            <a:ext cx="3550615" cy="1024128"/>
          </a:xfrm>
          <a:prstGeom prst="roundRect">
            <a:avLst>
              <a:gd name="adj" fmla="val 10714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38744" y="5056632"/>
            <a:ext cx="3129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 in one click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38744" y="5404104"/>
            <a:ext cx="31299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faucet tops up SUI.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· THREE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7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data layer, three surfaces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62858" cy="4160520"/>
          </a:xfrm>
          <a:prstGeom prst="roundRect">
            <a:avLst>
              <a:gd name="adj" fmla="val 3263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212848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SURFACE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2578608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console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2688" y="3127248"/>
            <a:ext cx="279593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Browse, preview, search, version and share agent data on Walrus. The fluid surface for people.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32688" y="4434840"/>
            <a:ext cx="2777642" cy="0"/>
          </a:xfrm>
          <a:prstGeom prst="line">
            <a:avLst/>
          </a:prstGeom>
          <a:noFill/>
          <a:ln w="12700">
            <a:solidFill>
              <a:srgbClr val="232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61772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Tauri 2.0 desktop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+ React 19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in-process signing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4418" y="1920240"/>
            <a:ext cx="3362858" cy="4160520"/>
          </a:xfrm>
          <a:prstGeom prst="roundRect">
            <a:avLst>
              <a:gd name="adj" fmla="val 3263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7026" y="2212848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WRITE-PATH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7026" y="2578608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07026" y="3127248"/>
            <a:ext cx="279593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clients and scripts operate the same Walrus data from the command line.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7026" y="4434840"/>
            <a:ext cx="2777642" cy="0"/>
          </a:xfrm>
          <a:prstGeom prst="line">
            <a:avLst/>
          </a:prstGeom>
          <a:noFill/>
          <a:ln w="12700">
            <a:solidFill>
              <a:srgbClr val="232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7026" y="461772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upload_file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list_files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download_file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get_file_info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8757" y="1920240"/>
            <a:ext cx="3362858" cy="4160520"/>
          </a:xfrm>
          <a:prstGeom prst="roundRect">
            <a:avLst>
              <a:gd name="adj" fmla="val 3263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1365" y="2212848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VERIFIABLE ON-CHAIN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81365" y="2578608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contracts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81365" y="3127248"/>
            <a:ext cx="279593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metadata as Sui Move objects — owned, queryable, verifiable.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81365" y="4434840"/>
            <a:ext cx="2777642" cy="0"/>
          </a:xfrm>
          <a:prstGeom prst="line">
            <a:avLst/>
          </a:prstGeom>
          <a:noFill/>
          <a:ln w="12700">
            <a:solidFill>
              <a:srgbClr val="232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1365" y="461772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FileRecord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ShareLink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on testnet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7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 signs, Walrus stores, Sui records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steps on upload. Reads are public. No backend anywhere.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9740" y="233172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0F1011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5772" y="25694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5772" y="28986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console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5772" y="33832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 Ed25519 keypair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signs in-process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5772" y="41605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wallet popup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24148" y="2331720"/>
            <a:ext cx="5303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72788" y="233172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0F1011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8820" y="25694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8820" y="28986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Walrus publisher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28820" y="33832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 PUT bytes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blobId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28820" y="41605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publisher fronts WAL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37196" y="2331720"/>
            <a:ext cx="5303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85836" y="233172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0F1011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1868" y="25694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41868" y="28986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41868" y="33832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 register(blobId, …)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FileRecord object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41868" y="41605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pay SUI gas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9740" y="5029200"/>
            <a:ext cx="10872216" cy="960120"/>
          </a:xfrm>
          <a:prstGeom prst="roundRect">
            <a:avLst>
              <a:gd name="adj" fmla="val 11429"/>
            </a:avLst>
          </a:prstGeom>
          <a:solidFill>
            <a:srgbClr val="141516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9780" y="5029200"/>
            <a:ext cx="10232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/ preview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28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aggregator /v1/blobs/{blobId}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— public, no wallet. 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28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getOwnedObjects(FileRecord)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Sui RPC.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MCP server runs the same two-step write-path locally — the agent entry point.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E6A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FITS THE TRACK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903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7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file-management UI for agent data on Walrus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92440" y="1097280"/>
            <a:ext cx="3456432" cy="2148840"/>
          </a:xfrm>
          <a:prstGeom prst="roundRect">
            <a:avLst>
              <a:gd name="adj" fmla="val 5106"/>
            </a:avLst>
          </a:prstGeom>
          <a:solidFill>
            <a:srgbClr val="141516"/>
          </a:solidFill>
          <a:ln w="12700">
            <a:solidFill>
              <a:srgbClr val="3434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1097280"/>
            <a:ext cx="54864" cy="2148840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28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#032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0" y="19202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Walrus track prompt — “Walrus file-management UI.” WalDrive is built directly to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365760" cy="365760"/>
          </a:xfrm>
          <a:prstGeom prst="ellipse">
            <a:avLst/>
          </a:prstGeom>
          <a:solidFill>
            <a:srgbClr val="141516"/>
          </a:solidFill>
          <a:ln w="15875">
            <a:solidFill>
              <a:srgbClr val="5E6A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8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Verifiable data platform for agents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88720" y="313639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On-chain Sui metadata over content-addressed Walrus blobs — verify on screen.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13048"/>
            <a:ext cx="365760" cy="365760"/>
          </a:xfrm>
          <a:prstGeom prst="ellipse">
            <a:avLst/>
          </a:prstGeom>
          <a:solidFill>
            <a:srgbClr val="141516"/>
          </a:solidFill>
          <a:ln w="15875">
            <a:solidFill>
              <a:srgbClr val="5E6A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8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739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+ rollback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88720" y="408736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FileRecord versions, one-transaction restore — what the prompt asks for.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64024"/>
            <a:ext cx="365760" cy="365760"/>
          </a:xfrm>
          <a:prstGeom prst="ellipse">
            <a:avLst/>
          </a:prstGeom>
          <a:solidFill>
            <a:srgbClr val="141516"/>
          </a:solidFill>
          <a:ln w="15875">
            <a:solidFill>
              <a:srgbClr val="5E6A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8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69087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write-path included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88720" y="503834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MCP server lets agents write artifacts and memory to the same data.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715000"/>
            <a:ext cx="365760" cy="365760"/>
          </a:xfrm>
          <a:prstGeom prst="ellipse">
            <a:avLst/>
          </a:prstGeom>
          <a:solidFill>
            <a:srgbClr val="141516"/>
          </a:solidFill>
          <a:ln w="15875">
            <a:solidFill>
              <a:srgbClr val="5E6A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8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56418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Shipped, not slideware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88720" y="59893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Cross-platform Tauri app on testnet, with a full mac / win / linux release CI.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WorkSpace/Web3_Project/WalDrive/public/landing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50" kern="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the live console, or download the desktop app for your OS.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3611880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3758184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4032504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8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waldrive.flacier.com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78728" y="3611880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3048" y="3758184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3048" y="4032504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8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waldrive.flacier.com/app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617720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764024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5038344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8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github.com/Fldicoahkiin/WalDrive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78728" y="4617720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F1011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53048" y="4764024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Downloads · all platforms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53048" y="5038344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8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v0.1.0 release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5715000"/>
            <a:ext cx="10911535" cy="603504"/>
          </a:xfrm>
          <a:prstGeom prst="roundRect">
            <a:avLst>
              <a:gd name="adj" fmla="val 18182"/>
            </a:avLst>
          </a:prstGeom>
          <a:solidFill>
            <a:srgbClr val="141516"/>
          </a:solidFill>
          <a:ln w="12700">
            <a:solidFill>
              <a:srgbClr val="2325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5715000"/>
            <a:ext cx="103628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 </a:t>
            </a:r>
            <a:pPr indent="0" marL="0">
              <a:buNone/>
            </a:pPr>
            <a:r>
              <a:rPr lang="en-US" sz="1400" dirty="0">
                <a:solidFill>
                  <a:srgbClr val="828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0x2fc345…b5f6</a:t>
            </a:r>
            <a:pPr indent="0" marL="0">
              <a:buNone/>
            </a:pPr>
            <a:r>
              <a:rPr lang="en-US" sz="1200" dirty="0">
                <a:solidFill>
                  <a:srgbClr val="6266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testnet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6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WalDrive  ·  Sui Overflow 2026 · Walrus track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Sui Overflow 2026 · Walrus 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WalDrive</dc:title>
  <dc:subject>PptxGenJS Presentation</dc:subject>
  <dc:creator>WalDrive</dc:creator>
  <cp:lastModifiedBy>WalDrive</cp:lastModifiedBy>
  <cp:revision>1</cp:revision>
  <dcterms:created xsi:type="dcterms:W3CDTF">2026-06-16T15:08:14Z</dcterms:created>
  <dcterms:modified xsi:type="dcterms:W3CDTF">2026-06-16T15:08:14Z</dcterms:modified>
</cp:coreProperties>
</file>