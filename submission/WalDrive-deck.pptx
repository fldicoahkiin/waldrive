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/WorkSpace/Web3_Project/WalDrive/public/landing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68680"/>
            <a:ext cx="1051560" cy="10515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94015" y="1078992"/>
            <a:ext cx="3657600" cy="420624"/>
          </a:xfrm>
          <a:prstGeom prst="roundRect">
            <a:avLst>
              <a:gd name="adj" fmla="val 50000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894015" y="1078992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 Overflow 2026  ·  Walrus track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24231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b="1" spc="-20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200" dirty="0"/>
          </a:p>
        </p:txBody>
      </p:sp>
      <p:sp>
        <p:nvSpPr>
          <p:cNvPr id="6" name="Text 3"/>
          <p:cNvSpPr/>
          <p:nvPr/>
        </p:nvSpPr>
        <p:spPr>
          <a:xfrm>
            <a:off x="640080" y="3886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desktop drive for the data your AI agents store on Walrus.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448056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human interface layer for agent data — the screen you operate it from. Live on testnet, no mock.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4937760"/>
            <a:ext cx="3591763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4937760"/>
            <a:ext cx="35917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Tauri desktop · macOS / Windows / Linux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96435" y="49377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96435" y="49377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Metadata on Sui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33795" y="49377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33795" y="49377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Blobs on Walrus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871155" y="4937760"/>
            <a:ext cx="1656893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71155" y="4937760"/>
            <a:ext cx="16568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Encrypted · Seal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692640" y="493776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92640" y="4937760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backend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" y="6291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6AD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produce real data. Where does it live?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Artifacts, memory, generated files. Today that output lands on someone else's server.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96112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a login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896112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depends on an account you don't control. Lock-out ends access.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9404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5436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15436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Deletable by someone else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3715436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provider can revoke, expire, or wipe the data without your say.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8728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4760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34760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verifiable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6534760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proof the bytes are intact or unchanged. You take it on trust.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098051" y="2743200"/>
            <a:ext cx="2453564" cy="2926080"/>
          </a:xfrm>
          <a:prstGeom prst="roundRect">
            <a:avLst>
              <a:gd name="adj" fmla="val 447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083" y="2999232"/>
            <a:ext cx="1996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54083" y="3611880"/>
            <a:ext cx="19415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owned</a:t>
            </a:r>
            <a:endParaRPr lang="en-US" sz="1750" dirty="0"/>
          </a:p>
        </p:txBody>
      </p:sp>
      <p:sp>
        <p:nvSpPr>
          <p:cNvPr id="20" name="Text 18"/>
          <p:cNvSpPr/>
          <p:nvPr/>
        </p:nvSpPr>
        <p:spPr>
          <a:xfrm>
            <a:off x="9354083" y="4434840"/>
            <a:ext cx="19415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It's a row in their database, not an asset you hold.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Verifiable, owned agent data has no home.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2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desktop console where agent data is owned and verifiable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Bytes live on </a:t>
            </a:r>
            <a:pPr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</a:t>
            </a:r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content addressed. Metadata lives on </a:t>
            </a:r>
            <a:pPr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</a:t>
            </a:r>
            <a:pPr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Move objects. No backend in between.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5852160" cy="2194560"/>
          </a:xfrm>
          <a:prstGeom prst="roundRect">
            <a:avLst>
              <a:gd name="adj" fmla="val 50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3886200"/>
            <a:ext cx="54864" cy="2194560"/>
          </a:xfrm>
          <a:prstGeom prst="rect">
            <a:avLst/>
          </a:prstGeom>
          <a:solidFill>
            <a:srgbClr val="5E6AD2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1148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“Verifiable data”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4617720"/>
            <a:ext cx="5257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On-chain Sui metadata over content-addressed Walrus blobs. The blob ID is the cryptographic fingerprint of the bytes — anyone can re-fetch and check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0" y="1234440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141516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0" y="1472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0" y="1965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 · preview · search · share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006840" y="26151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040880" y="2944368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0" y="31821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 — Move objects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0" y="367588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FileRecord metadata, verifiable on-chain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006840" y="4325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040880" y="4654296"/>
            <a:ext cx="4480560" cy="1417320"/>
          </a:xfrm>
          <a:prstGeom prst="roundRect">
            <a:avLst>
              <a:gd name="adj" fmla="val 7742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0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 — blobs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0" y="538581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content-addressed bytes, immutable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040880" y="63825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backend  ·  no server in between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· THE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Fluid by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92808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792224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upload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96112" y="2121408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one file or many. It appears live, then confirms on-chain.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871216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Instant preview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3200400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Images, markdown, json, pdf and video render inline.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4050792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950208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Client-side search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" y="4279392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across loaded files with zero latency.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129784"/>
            <a:ext cx="118872" cy="118872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5029200"/>
            <a:ext cx="3310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signing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96112" y="5358384"/>
            <a:ext cx="3310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local keypair signs. No wallet extension, no popup.</a:t>
            </a:r>
            <a:endParaRPr lang="en-US" sz="1250" dirty="0"/>
          </a:p>
        </p:txBody>
      </p:sp>
      <p:pic>
        <p:nvPicPr>
          <p:cNvPr id="16" name="Image 0" descr="/Users/mac/WorkSpace/Web3_Project/WalDrive/submission/_build/assets/cons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691640"/>
            <a:ext cx="7025335" cy="4390835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7" name="Shape 14"/>
          <p:cNvSpPr/>
          <p:nvPr/>
        </p:nvSpPr>
        <p:spPr>
          <a:xfrm>
            <a:off x="4526280" y="1691640"/>
            <a:ext cx="7025335" cy="4390835"/>
          </a:xfrm>
          <a:prstGeom prst="roundRect">
            <a:avLst>
              <a:gd name="adj" fmla="val 2083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STORAGE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1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trust us — verify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blob ID is the cryptographic fingerprint of the bytes. One click re-fetches from the public aggregator and hashes it on screen.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758184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3657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ID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the address is the hash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4416552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43159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in place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re-fetch + SHA-256, live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5074920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49743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raw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public aggregator, no wallet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/v1/blobs/{blobId}  →  SHA-256</a:t>
            </a:r>
            <a:endParaRPr lang="en-US" sz="1050" dirty="0"/>
          </a:p>
        </p:txBody>
      </p:sp>
      <p:pic>
        <p:nvPicPr>
          <p:cNvPr id="12" name="Image 0" descr="/Users/mac/WorkSpace/Web3_Project/WalDrive/submission/_build/assets/ver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813169"/>
            <a:ext cx="5745175" cy="3231661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3" name="Shape 10"/>
          <p:cNvSpPr/>
          <p:nvPr/>
        </p:nvSpPr>
        <p:spPr>
          <a:xfrm>
            <a:off x="5806440" y="1813169"/>
            <a:ext cx="5745175" cy="3231661"/>
          </a:xfrm>
          <a:prstGeom prst="roundRect">
            <a:avLst>
              <a:gd name="adj" fmla="val 283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PROVENANCE · ROLLBACK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100" b="1" spc="-6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revision, on chain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version is its own FileRecord, linked by parent_version_id and content-addressed — so a restore that re-points at an old blob is provably identical. Roll back in one transaction, no re-upload.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758184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3657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history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parent_version_id chain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4416552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8" name="Text 6"/>
          <p:cNvSpPr/>
          <p:nvPr/>
        </p:nvSpPr>
        <p:spPr>
          <a:xfrm>
            <a:off x="877824" y="43159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Content-addressed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identical bytes provable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5074920"/>
            <a:ext cx="109728" cy="109728"/>
          </a:xfrm>
          <a:prstGeom prst="ellipse">
            <a:avLst/>
          </a:prstGeom>
          <a:solidFill>
            <a:srgbClr val="5E6AD2"/>
          </a:solidFill>
          <a:ln/>
        </p:spPr>
      </p:sp>
      <p:sp>
        <p:nvSpPr>
          <p:cNvPr id="10" name="Text 8"/>
          <p:cNvSpPr/>
          <p:nvPr/>
        </p:nvSpPr>
        <p:spPr>
          <a:xfrm>
            <a:off x="877824" y="49743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One-tx rollback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restore any revision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FileRecord.version  ·  parent_version_id</a:t>
            </a:r>
            <a:endParaRPr lang="en-US" sz="1050" dirty="0"/>
          </a:p>
        </p:txBody>
      </p:sp>
      <p:pic>
        <p:nvPicPr>
          <p:cNvPr id="12" name="Image 0" descr="/Users/mac/WorkSpace/Web3_Project/WalDrive/submission/_build/assets/proven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813169"/>
            <a:ext cx="5745175" cy="3231661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13" name="Shape 10"/>
          <p:cNvSpPr/>
          <p:nvPr/>
        </p:nvSpPr>
        <p:spPr>
          <a:xfrm>
            <a:off x="5806440" y="1813169"/>
            <a:ext cx="5745175" cy="3231661"/>
          </a:xfrm>
          <a:prstGeom prst="roundRect">
            <a:avLst>
              <a:gd name="adj" fmla="val 283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ENCRYPTION · OWNERSHIP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Sealed to your wallet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on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Seal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the bytes on Walrus are ciphertext only your wallet can unseal. The Blob object lands in your wallet too — renew it before expiry, or delete to reclaim.</a:t>
            </a:r>
            <a:endParaRPr lang="en-US" sz="1600" dirty="0"/>
          </a:p>
        </p:txBody>
      </p:sp>
      <p:pic>
        <p:nvPicPr>
          <p:cNvPr id="5" name="Image 0" descr="/Users/mac/WorkSpace/Web3_Project/WalDrive/submission/_build/assets/encry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14600"/>
            <a:ext cx="6400800" cy="3600450"/>
          </a:xfrm>
          <a:prstGeom prst="rect">
            <a:avLst/>
          </a:prstGeom>
          <a:effectLst>
            <a:outerShdw sx="100000" sy="100000" kx="0" ky="0" algn="bl" rotWithShape="0" blurRad="228600" dist="63500" dir="5400000">
              <a:srgbClr val="000000">
                <a:alpha val="5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640080" y="2514600"/>
            <a:ext cx="6400800" cy="3600450"/>
          </a:xfrm>
          <a:prstGeom prst="roundRect">
            <a:avLst>
              <a:gd name="adj" fmla="val 2540"/>
            </a:avLst>
          </a:prstGeom>
          <a:solidFill>
            <a:srgbClr val="010102">
              <a:alpha val="0"/>
            </a:srgbClr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98080" y="2514600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35824" y="2697480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wallet, your key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35824" y="3044952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local keypair you generate or import — self-custodial.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3776472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35824" y="3959352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Renew or reclaim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735824" y="4306824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Extend the blob before expiry, or delete it.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498080" y="5038344"/>
            <a:ext cx="4053535" cy="109728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35824" y="5221224"/>
            <a:ext cx="3632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Gas in one click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735824" y="5568696"/>
            <a:ext cx="3632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Built-in faucet tops up SUI.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· THREE PIECES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data layer, three surfaces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SURFACE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32688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Browse, preview, search, version and share agent data on Walrus. The fluid surface for people.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32688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Tauri 2.0 desktop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Vite + React 19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in-process signing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14418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7026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WRITE-PATH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07026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· CLI · skill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707026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write the same Walrus data three ways — an MCP server, a waldrive CLI, and an installable skill.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7026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7026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upload_file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 upload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npx skills add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88757" y="1920240"/>
            <a:ext cx="3362858" cy="4160520"/>
          </a:xfrm>
          <a:prstGeom prst="roundRect">
            <a:avLst>
              <a:gd name="adj" fmla="val 326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81365" y="2212848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ON-CHAIN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81365" y="2578608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contracts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81365" y="3127248"/>
            <a:ext cx="279593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 metadata as Sui Move objects — owned, queryable, verifiable.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81365" y="4434840"/>
            <a:ext cx="2777642" cy="0"/>
          </a:xfrm>
          <a:prstGeom prst="line">
            <a:avLst/>
          </a:prstGeom>
          <a:noFill/>
          <a:ln w="12700">
            <a:solidFill>
              <a:srgbClr val="2325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81365" y="461772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FileRecord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ShareLink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deployed on testnet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Console signs, Walrus stores, Sui records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steps on upload. Reads are public. No backend anywhere.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9740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5772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5772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 console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5772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local Ed25519 keypair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signs in-process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5772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wallet popup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24148" y="2331720"/>
            <a:ext cx="530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472788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8820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28820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Walrus publisher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28820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① PUT bytes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blobId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728820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publisher fronts WAL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37196" y="2331720"/>
            <a:ext cx="53035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85836" y="2331720"/>
            <a:ext cx="3246120" cy="2286000"/>
          </a:xfrm>
          <a:prstGeom prst="roundRect">
            <a:avLst>
              <a:gd name="adj" fmla="val 4800"/>
            </a:avLst>
          </a:prstGeom>
          <a:solidFill>
            <a:srgbClr val="0F1011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1868" y="25694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41868" y="289864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41868" y="33832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② register(blobId, …)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0D6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FileRecord object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41868" y="416052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pay SUI gas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9740" y="5029200"/>
            <a:ext cx="10872216" cy="960120"/>
          </a:xfrm>
          <a:prstGeom prst="roundRect">
            <a:avLst>
              <a:gd name="adj" fmla="val 11429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79780" y="5029200"/>
            <a:ext cx="10232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/ preview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 aggregator /v1/blobs/{blobId}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— public, no wallet.   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getOwnedObjects(FileRecord)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via Sui RPC.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MCP server runs the same two-step write-path locally — the agent entry point.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FITS THE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6903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file-management UI for agent data on Walrus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092440" y="1097280"/>
            <a:ext cx="3456432" cy="2148840"/>
          </a:xfrm>
          <a:prstGeom prst="roundRect">
            <a:avLst>
              <a:gd name="adj" fmla="val 5106"/>
            </a:avLst>
          </a:prstGeom>
          <a:solidFill>
            <a:srgbClr val="141516"/>
          </a:solidFill>
          <a:ln w="12700">
            <a:solidFill>
              <a:srgbClr val="3434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92440" y="1097280"/>
            <a:ext cx="54864" cy="2148840"/>
          </a:xfrm>
          <a:prstGeom prst="rect">
            <a:avLst/>
          </a:prstGeom>
          <a:solidFill>
            <a:srgbClr val="5E6AD2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 #032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412480" y="19202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Walrus track prompt — “Walrus file-management UI.” WalDrive is built directly to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7889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Verifiable data platform for agents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188720" y="313639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On-chain Sui metadata over content-addressed Walrus blobs — verify on screen.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813048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739896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History + rollback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88720" y="408736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FileRecord versions, one-transaction restore — what the prompt asks for.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64024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764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469087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write-path included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88720" y="5038344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 server, a waldrive CLI, and an installable skill let agents write to the same data.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715000"/>
            <a:ext cx="365760" cy="365760"/>
          </a:xfrm>
          <a:prstGeom prst="ellipse">
            <a:avLst/>
          </a:prstGeom>
          <a:solidFill>
            <a:srgbClr val="141516"/>
          </a:solidFill>
          <a:ln w="15875">
            <a:solidFill>
              <a:srgbClr val="5E6A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28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564184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Shipped, not slideware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8720" y="59893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Cross-platform Tauri app on testnet, with a full mac / win / linux release CI.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7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drive that pays for itself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are about to generate more data than humans ever have — and all of it needs a home that's owned, verifiable, and persistent. Free on testnet today.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32688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per upload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32688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mainnet each write costs WAL storage + SUI gas, on a public ledger. WalDrive fronts the publisher; the FileRecord is the receipt — meter or bill an agent by reading its files.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4418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7026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SUBSCRIPTION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07026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Persistence &amp; privacy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7026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data must outlive the run. A paid tier auto-renews Walrus blobs before they expire, and unlocks private, encrypted (Seal) storage for sensitive data.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88757" y="2606040"/>
            <a:ext cx="3362858" cy="3291840"/>
          </a:xfrm>
          <a:prstGeom prst="roundRect">
            <a:avLst>
              <a:gd name="adj" fmla="val 333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1365" y="2916936"/>
            <a:ext cx="28142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E6AD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MARKETPLACE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81365" y="3282696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Monetize your data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81365" y="3886200"/>
            <a:ext cx="279593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share-link paywall: other agents and humans pay on-chain to read your dataset or artifact, and WalDrive takes a small cut. Agent output becomes an asset, not a cost.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Free on testnet today  ·  the model lands on mainnet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637215" y="6400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010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c/WorkSpace/Web3_Project/WalDrive/public/landing/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11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150" kern="0" dirty="0">
                <a:solidFill>
                  <a:srgbClr val="F7F8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0D6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 the live console, or download the desktop app for your OS.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640080" y="361188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375818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403250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78728" y="361188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375818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53048" y="403250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waldrive.flacier.com/app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61772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476402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503834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github.com/Fldicoahkiin/WalDrive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78728" y="4617720"/>
            <a:ext cx="5272888" cy="786384"/>
          </a:xfrm>
          <a:prstGeom prst="roundRect">
            <a:avLst>
              <a:gd name="adj" fmla="val 13953"/>
            </a:avLst>
          </a:prstGeom>
          <a:solidFill>
            <a:srgbClr val="0F1011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53048" y="4764024"/>
            <a:ext cx="472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Downloads · all platforms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553048" y="5038344"/>
            <a:ext cx="472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v0.1.0 release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0080" y="5715000"/>
            <a:ext cx="10911535" cy="603504"/>
          </a:xfrm>
          <a:prstGeom prst="roundRect">
            <a:avLst>
              <a:gd name="adj" fmla="val 18182"/>
            </a:avLst>
          </a:prstGeom>
          <a:solidFill>
            <a:srgbClr val="141516"/>
          </a:solidFill>
          <a:ln w="12700">
            <a:solidFill>
              <a:srgbClr val="23252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5715000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F9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  </a:t>
            </a:r>
            <a:pPr indent="0" marL="0">
              <a:buNone/>
            </a:pPr>
            <a:r>
              <a:rPr lang="en-US" sz="1400" dirty="0">
                <a:solidFill>
                  <a:srgbClr val="828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0x2fc345…b5f6</a:t>
            </a:r>
            <a:pPr indent="0" marL="0">
              <a:buNone/>
            </a:pPr>
            <a:r>
              <a:rPr lang="en-US" sz="1200" dirty="0">
                <a:solidFill>
                  <a:srgbClr val="6266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testnet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008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666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WalDrive  ·  Sui Overflow 2026 · Walrus track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Sui Overflow 2026 · Walrus track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WalDrive</dc:title>
  <dc:subject>PptxGenJS Presentation</dc:subject>
  <dc:creator>WalDrive</dc:creator>
  <cp:lastModifiedBy>WalDrive</cp:lastModifiedBy>
  <cp:revision>1</cp:revision>
  <dcterms:created xsi:type="dcterms:W3CDTF">2026-06-21T15:13:28Z</dcterms:created>
  <dcterms:modified xsi:type="dcterms:W3CDTF">2026-06-21T15:13:28Z</dcterms:modified>
</cp:coreProperties>
</file>